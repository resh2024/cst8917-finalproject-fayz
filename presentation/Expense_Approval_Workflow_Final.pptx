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37C13-26C6-47DA-A7FF-17D3A34CCA6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9C12D07-7806-41CB-81C2-D3F4292EB8FA}">
      <dgm:prSet/>
      <dgm:spPr/>
      <dgm:t>
        <a:bodyPr/>
        <a:lstStyle/>
        <a:p>
          <a:r>
            <a:rPr lang="en-US" b="0" i="0" baseline="0"/>
            <a:t>Required fields validation </a:t>
          </a:r>
          <a:endParaRPr lang="en-US"/>
        </a:p>
      </dgm:t>
    </dgm:pt>
    <dgm:pt modelId="{04FF34E4-7D59-4F49-9CE9-3A0F7C3464D7}" type="parTrans" cxnId="{7B99B2AB-587B-4772-8C5F-A1E04953A763}">
      <dgm:prSet/>
      <dgm:spPr/>
      <dgm:t>
        <a:bodyPr/>
        <a:lstStyle/>
        <a:p>
          <a:endParaRPr lang="en-US"/>
        </a:p>
      </dgm:t>
    </dgm:pt>
    <dgm:pt modelId="{1170479F-2AEF-4912-9721-8CAF6FC659D9}" type="sibTrans" cxnId="{7B99B2AB-587B-4772-8C5F-A1E04953A763}">
      <dgm:prSet/>
      <dgm:spPr/>
      <dgm:t>
        <a:bodyPr/>
        <a:lstStyle/>
        <a:p>
          <a:endParaRPr lang="en-US"/>
        </a:p>
      </dgm:t>
    </dgm:pt>
    <dgm:pt modelId="{B19BB1FA-0819-4D33-A726-2E638D9CC5B1}">
      <dgm:prSet/>
      <dgm:spPr/>
      <dgm:t>
        <a:bodyPr/>
        <a:lstStyle/>
        <a:p>
          <a:r>
            <a:rPr lang="en-US" b="0" i="0" baseline="0"/>
            <a:t>Categories: travel, meals, supplies, etc. </a:t>
          </a:r>
          <a:endParaRPr lang="en-US"/>
        </a:p>
      </dgm:t>
    </dgm:pt>
    <dgm:pt modelId="{8CADAE90-C902-4456-BCC6-67417AAEEDA6}" type="parTrans" cxnId="{2CBA0F37-7771-4341-A7F6-DFC0719E8523}">
      <dgm:prSet/>
      <dgm:spPr/>
      <dgm:t>
        <a:bodyPr/>
        <a:lstStyle/>
        <a:p>
          <a:endParaRPr lang="en-US"/>
        </a:p>
      </dgm:t>
    </dgm:pt>
    <dgm:pt modelId="{5E0C33E8-1A7A-421A-B669-3D4DA0831BD0}" type="sibTrans" cxnId="{2CBA0F37-7771-4341-A7F6-DFC0719E8523}">
      <dgm:prSet/>
      <dgm:spPr/>
      <dgm:t>
        <a:bodyPr/>
        <a:lstStyle/>
        <a:p>
          <a:endParaRPr lang="en-US"/>
        </a:p>
      </dgm:t>
    </dgm:pt>
    <dgm:pt modelId="{57F61AEF-E748-425C-A0BA-D56104C60958}">
      <dgm:prSet/>
      <dgm:spPr/>
      <dgm:t>
        <a:bodyPr/>
        <a:lstStyle/>
        <a:p>
          <a:r>
            <a:rPr lang="en-US" b="0" i="0" baseline="0"/>
            <a:t>&lt; $100 → auto approve </a:t>
          </a:r>
          <a:endParaRPr lang="en-US"/>
        </a:p>
      </dgm:t>
    </dgm:pt>
    <dgm:pt modelId="{66E86FD1-8CB9-417F-B049-6546EB38C6BD}" type="parTrans" cxnId="{D623E6DC-FE15-4587-853D-4642F7551BF8}">
      <dgm:prSet/>
      <dgm:spPr/>
      <dgm:t>
        <a:bodyPr/>
        <a:lstStyle/>
        <a:p>
          <a:endParaRPr lang="en-US"/>
        </a:p>
      </dgm:t>
    </dgm:pt>
    <dgm:pt modelId="{C83D16B3-7629-4545-A541-21F10A40AAA7}" type="sibTrans" cxnId="{D623E6DC-FE15-4587-853D-4642F7551BF8}">
      <dgm:prSet/>
      <dgm:spPr/>
      <dgm:t>
        <a:bodyPr/>
        <a:lstStyle/>
        <a:p>
          <a:endParaRPr lang="en-US"/>
        </a:p>
      </dgm:t>
    </dgm:pt>
    <dgm:pt modelId="{B4F141FA-5467-4A6D-BE53-6E8477DE6DCB}">
      <dgm:prSet/>
      <dgm:spPr/>
      <dgm:t>
        <a:bodyPr/>
        <a:lstStyle/>
        <a:p>
          <a:r>
            <a:rPr lang="en-US" b="0" i="0" baseline="0"/>
            <a:t>≥ $100 → manager approval required </a:t>
          </a:r>
          <a:endParaRPr lang="en-US"/>
        </a:p>
      </dgm:t>
    </dgm:pt>
    <dgm:pt modelId="{BB0BD9D6-A624-4828-B5D5-2ED6CBFC8B1E}" type="parTrans" cxnId="{E434DBBF-5D32-4B3D-9940-F60A20B192FD}">
      <dgm:prSet/>
      <dgm:spPr/>
      <dgm:t>
        <a:bodyPr/>
        <a:lstStyle/>
        <a:p>
          <a:endParaRPr lang="en-US"/>
        </a:p>
      </dgm:t>
    </dgm:pt>
    <dgm:pt modelId="{FAAB7E01-2058-4ED6-BBD4-A3163A612880}" type="sibTrans" cxnId="{E434DBBF-5D32-4B3D-9940-F60A20B192FD}">
      <dgm:prSet/>
      <dgm:spPr/>
      <dgm:t>
        <a:bodyPr/>
        <a:lstStyle/>
        <a:p>
          <a:endParaRPr lang="en-US"/>
        </a:p>
      </dgm:t>
    </dgm:pt>
    <dgm:pt modelId="{ACC085D6-5C41-480A-9CA8-323D65CE5889}">
      <dgm:prSet/>
      <dgm:spPr/>
      <dgm:t>
        <a:bodyPr/>
        <a:lstStyle/>
        <a:p>
          <a:r>
            <a:rPr lang="en-US" b="0" i="0" baseline="0"/>
            <a:t>Timeout → escalated </a:t>
          </a:r>
          <a:endParaRPr lang="en-US"/>
        </a:p>
      </dgm:t>
    </dgm:pt>
    <dgm:pt modelId="{C266ADB5-CCEA-484C-8285-17D4A484C108}" type="parTrans" cxnId="{40982E5C-275D-4118-81C8-11939C4FEAD8}">
      <dgm:prSet/>
      <dgm:spPr/>
      <dgm:t>
        <a:bodyPr/>
        <a:lstStyle/>
        <a:p>
          <a:endParaRPr lang="en-US"/>
        </a:p>
      </dgm:t>
    </dgm:pt>
    <dgm:pt modelId="{97F6AFF4-36DE-4B1D-BB97-467F9DE44269}" type="sibTrans" cxnId="{40982E5C-275D-4118-81C8-11939C4FEAD8}">
      <dgm:prSet/>
      <dgm:spPr/>
      <dgm:t>
        <a:bodyPr/>
        <a:lstStyle/>
        <a:p>
          <a:endParaRPr lang="en-US"/>
        </a:p>
      </dgm:t>
    </dgm:pt>
    <dgm:pt modelId="{D31CAD8F-B6D3-4138-8C2E-0969635A0DCA}">
      <dgm:prSet/>
      <dgm:spPr/>
      <dgm:t>
        <a:bodyPr/>
        <a:lstStyle/>
        <a:p>
          <a:r>
            <a:rPr lang="en-US" b="0" i="0" baseline="0"/>
            <a:t>Email notification at end </a:t>
          </a:r>
          <a:endParaRPr lang="en-US"/>
        </a:p>
      </dgm:t>
    </dgm:pt>
    <dgm:pt modelId="{C1F7BE2B-9D4D-448A-AAFC-989B1C97A8B7}" type="parTrans" cxnId="{0251689C-DC53-435B-80AE-3F040D84D2E1}">
      <dgm:prSet/>
      <dgm:spPr/>
      <dgm:t>
        <a:bodyPr/>
        <a:lstStyle/>
        <a:p>
          <a:endParaRPr lang="en-US"/>
        </a:p>
      </dgm:t>
    </dgm:pt>
    <dgm:pt modelId="{981A4FCE-367F-4FE3-BE78-A8B3DAE234E6}" type="sibTrans" cxnId="{0251689C-DC53-435B-80AE-3F040D84D2E1}">
      <dgm:prSet/>
      <dgm:spPr/>
      <dgm:t>
        <a:bodyPr/>
        <a:lstStyle/>
        <a:p>
          <a:endParaRPr lang="en-US"/>
        </a:p>
      </dgm:t>
    </dgm:pt>
    <dgm:pt modelId="{DC90056B-FF3F-4C7E-A77C-A73BA4A68114}" type="pres">
      <dgm:prSet presAssocID="{71A37C13-26C6-47DA-A7FF-17D3A34CCA61}" presName="Name0" presStyleCnt="0">
        <dgm:presLayoutVars>
          <dgm:dir/>
          <dgm:animLvl val="lvl"/>
          <dgm:resizeHandles val="exact"/>
        </dgm:presLayoutVars>
      </dgm:prSet>
      <dgm:spPr/>
    </dgm:pt>
    <dgm:pt modelId="{FD2B85A3-2AFA-4DFB-AF60-7981DE79FA4B}" type="pres">
      <dgm:prSet presAssocID="{69C12D07-7806-41CB-81C2-D3F4292EB8FA}" presName="linNode" presStyleCnt="0"/>
      <dgm:spPr/>
    </dgm:pt>
    <dgm:pt modelId="{0829E838-2C14-4FBE-8C67-27E5C94B5788}" type="pres">
      <dgm:prSet presAssocID="{69C12D07-7806-41CB-81C2-D3F4292EB8FA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4BC955D3-E6A6-491D-BC7D-FD9F38AF6EFD}" type="pres">
      <dgm:prSet presAssocID="{1170479F-2AEF-4912-9721-8CAF6FC659D9}" presName="sp" presStyleCnt="0"/>
      <dgm:spPr/>
    </dgm:pt>
    <dgm:pt modelId="{F5F87DE8-5ECD-4E2F-9E6E-0FFAD35E5FD9}" type="pres">
      <dgm:prSet presAssocID="{B19BB1FA-0819-4D33-A726-2E638D9CC5B1}" presName="linNode" presStyleCnt="0"/>
      <dgm:spPr/>
    </dgm:pt>
    <dgm:pt modelId="{9AC3A0D4-8650-4D52-BAE9-E6A6890F4349}" type="pres">
      <dgm:prSet presAssocID="{B19BB1FA-0819-4D33-A726-2E638D9CC5B1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A870E6A3-1D45-47BC-AA7F-ED97F1937479}" type="pres">
      <dgm:prSet presAssocID="{5E0C33E8-1A7A-421A-B669-3D4DA0831BD0}" presName="sp" presStyleCnt="0"/>
      <dgm:spPr/>
    </dgm:pt>
    <dgm:pt modelId="{ED874842-6FAF-45CA-9C90-91D9144B7DA4}" type="pres">
      <dgm:prSet presAssocID="{57F61AEF-E748-425C-A0BA-D56104C60958}" presName="linNode" presStyleCnt="0"/>
      <dgm:spPr/>
    </dgm:pt>
    <dgm:pt modelId="{522DECCB-EED3-4E35-B2DE-61F06C334B01}" type="pres">
      <dgm:prSet presAssocID="{57F61AEF-E748-425C-A0BA-D56104C6095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EF0A34DD-89B6-4C5C-928E-A6D650F850AA}" type="pres">
      <dgm:prSet presAssocID="{C83D16B3-7629-4545-A541-21F10A40AAA7}" presName="sp" presStyleCnt="0"/>
      <dgm:spPr/>
    </dgm:pt>
    <dgm:pt modelId="{C64FE4F2-CFB8-4CBB-9DAF-141E7B78847C}" type="pres">
      <dgm:prSet presAssocID="{B4F141FA-5467-4A6D-BE53-6E8477DE6DCB}" presName="linNode" presStyleCnt="0"/>
      <dgm:spPr/>
    </dgm:pt>
    <dgm:pt modelId="{02C3C482-EB95-4B60-B494-EAEB06118C59}" type="pres">
      <dgm:prSet presAssocID="{B4F141FA-5467-4A6D-BE53-6E8477DE6DCB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D0629467-034D-40CC-A30E-41D2AFCB0C3B}" type="pres">
      <dgm:prSet presAssocID="{FAAB7E01-2058-4ED6-BBD4-A3163A612880}" presName="sp" presStyleCnt="0"/>
      <dgm:spPr/>
    </dgm:pt>
    <dgm:pt modelId="{BA6C9C5D-14AA-4449-B47D-C3899B77AE6B}" type="pres">
      <dgm:prSet presAssocID="{ACC085D6-5C41-480A-9CA8-323D65CE5889}" presName="linNode" presStyleCnt="0"/>
      <dgm:spPr/>
    </dgm:pt>
    <dgm:pt modelId="{46DA6EDE-121F-4A24-B1A0-D26787E1DA28}" type="pres">
      <dgm:prSet presAssocID="{ACC085D6-5C41-480A-9CA8-323D65CE5889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D50DF5D-7570-4291-BD2F-4C13813328D4}" type="pres">
      <dgm:prSet presAssocID="{97F6AFF4-36DE-4B1D-BB97-467F9DE44269}" presName="sp" presStyleCnt="0"/>
      <dgm:spPr/>
    </dgm:pt>
    <dgm:pt modelId="{457BD71D-C5CE-44E0-A42A-0BDF17B41EFA}" type="pres">
      <dgm:prSet presAssocID="{D31CAD8F-B6D3-4138-8C2E-0969635A0DCA}" presName="linNode" presStyleCnt="0"/>
      <dgm:spPr/>
    </dgm:pt>
    <dgm:pt modelId="{C3941066-D435-48AE-9BC1-25F936F1E291}" type="pres">
      <dgm:prSet presAssocID="{D31CAD8F-B6D3-4138-8C2E-0969635A0DCA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34BE6D13-F5DD-4857-9B36-B1D22E7D2350}" type="presOf" srcId="{B4F141FA-5467-4A6D-BE53-6E8477DE6DCB}" destId="{02C3C482-EB95-4B60-B494-EAEB06118C59}" srcOrd="0" destOrd="0" presId="urn:microsoft.com/office/officeart/2005/8/layout/vList5"/>
    <dgm:cxn modelId="{2CBA0F37-7771-4341-A7F6-DFC0719E8523}" srcId="{71A37C13-26C6-47DA-A7FF-17D3A34CCA61}" destId="{B19BB1FA-0819-4D33-A726-2E638D9CC5B1}" srcOrd="1" destOrd="0" parTransId="{8CADAE90-C902-4456-BCC6-67417AAEEDA6}" sibTransId="{5E0C33E8-1A7A-421A-B669-3D4DA0831BD0}"/>
    <dgm:cxn modelId="{40982E5C-275D-4118-81C8-11939C4FEAD8}" srcId="{71A37C13-26C6-47DA-A7FF-17D3A34CCA61}" destId="{ACC085D6-5C41-480A-9CA8-323D65CE5889}" srcOrd="4" destOrd="0" parTransId="{C266ADB5-CCEA-484C-8285-17D4A484C108}" sibTransId="{97F6AFF4-36DE-4B1D-BB97-467F9DE44269}"/>
    <dgm:cxn modelId="{E406EE4D-A05C-4675-896B-28C25C7086DD}" type="presOf" srcId="{B19BB1FA-0819-4D33-A726-2E638D9CC5B1}" destId="{9AC3A0D4-8650-4D52-BAE9-E6A6890F4349}" srcOrd="0" destOrd="0" presId="urn:microsoft.com/office/officeart/2005/8/layout/vList5"/>
    <dgm:cxn modelId="{FAC43575-4FBA-47FD-B08D-54BBB7A1E2C8}" type="presOf" srcId="{ACC085D6-5C41-480A-9CA8-323D65CE5889}" destId="{46DA6EDE-121F-4A24-B1A0-D26787E1DA28}" srcOrd="0" destOrd="0" presId="urn:microsoft.com/office/officeart/2005/8/layout/vList5"/>
    <dgm:cxn modelId="{50CE288E-E3CC-4F6C-BC85-26CBBE46A8DC}" type="presOf" srcId="{69C12D07-7806-41CB-81C2-D3F4292EB8FA}" destId="{0829E838-2C14-4FBE-8C67-27E5C94B5788}" srcOrd="0" destOrd="0" presId="urn:microsoft.com/office/officeart/2005/8/layout/vList5"/>
    <dgm:cxn modelId="{0251689C-DC53-435B-80AE-3F040D84D2E1}" srcId="{71A37C13-26C6-47DA-A7FF-17D3A34CCA61}" destId="{D31CAD8F-B6D3-4138-8C2E-0969635A0DCA}" srcOrd="5" destOrd="0" parTransId="{C1F7BE2B-9D4D-448A-AAFC-989B1C97A8B7}" sibTransId="{981A4FCE-367F-4FE3-BE78-A8B3DAE234E6}"/>
    <dgm:cxn modelId="{49DCB79C-9380-497C-AB2C-61BE5F4A3A8B}" type="presOf" srcId="{D31CAD8F-B6D3-4138-8C2E-0969635A0DCA}" destId="{C3941066-D435-48AE-9BC1-25F936F1E291}" srcOrd="0" destOrd="0" presId="urn:microsoft.com/office/officeart/2005/8/layout/vList5"/>
    <dgm:cxn modelId="{7B99B2AB-587B-4772-8C5F-A1E04953A763}" srcId="{71A37C13-26C6-47DA-A7FF-17D3A34CCA61}" destId="{69C12D07-7806-41CB-81C2-D3F4292EB8FA}" srcOrd="0" destOrd="0" parTransId="{04FF34E4-7D59-4F49-9CE9-3A0F7C3464D7}" sibTransId="{1170479F-2AEF-4912-9721-8CAF6FC659D9}"/>
    <dgm:cxn modelId="{E434DBBF-5D32-4B3D-9940-F60A20B192FD}" srcId="{71A37C13-26C6-47DA-A7FF-17D3A34CCA61}" destId="{B4F141FA-5467-4A6D-BE53-6E8477DE6DCB}" srcOrd="3" destOrd="0" parTransId="{BB0BD9D6-A624-4828-B5D5-2ED6CBFC8B1E}" sibTransId="{FAAB7E01-2058-4ED6-BBD4-A3163A612880}"/>
    <dgm:cxn modelId="{D623E6DC-FE15-4587-853D-4642F7551BF8}" srcId="{71A37C13-26C6-47DA-A7FF-17D3A34CCA61}" destId="{57F61AEF-E748-425C-A0BA-D56104C60958}" srcOrd="2" destOrd="0" parTransId="{66E86FD1-8CB9-417F-B049-6546EB38C6BD}" sibTransId="{C83D16B3-7629-4545-A541-21F10A40AAA7}"/>
    <dgm:cxn modelId="{DAFC42F0-2F39-4B64-BA6F-76037B1E3864}" type="presOf" srcId="{71A37C13-26C6-47DA-A7FF-17D3A34CCA61}" destId="{DC90056B-FF3F-4C7E-A77C-A73BA4A68114}" srcOrd="0" destOrd="0" presId="urn:microsoft.com/office/officeart/2005/8/layout/vList5"/>
    <dgm:cxn modelId="{0A32EEF2-39AD-4F80-A388-585D87CB1453}" type="presOf" srcId="{57F61AEF-E748-425C-A0BA-D56104C60958}" destId="{522DECCB-EED3-4E35-B2DE-61F06C334B01}" srcOrd="0" destOrd="0" presId="urn:microsoft.com/office/officeart/2005/8/layout/vList5"/>
    <dgm:cxn modelId="{1EC917EB-EA30-437C-9DF4-9EFB0DCC63E6}" type="presParOf" srcId="{DC90056B-FF3F-4C7E-A77C-A73BA4A68114}" destId="{FD2B85A3-2AFA-4DFB-AF60-7981DE79FA4B}" srcOrd="0" destOrd="0" presId="urn:microsoft.com/office/officeart/2005/8/layout/vList5"/>
    <dgm:cxn modelId="{7FA07A20-4A0C-4559-94F8-B02549E322A0}" type="presParOf" srcId="{FD2B85A3-2AFA-4DFB-AF60-7981DE79FA4B}" destId="{0829E838-2C14-4FBE-8C67-27E5C94B5788}" srcOrd="0" destOrd="0" presId="urn:microsoft.com/office/officeart/2005/8/layout/vList5"/>
    <dgm:cxn modelId="{171A4E94-8C1E-4E71-9A37-3B0F7468B96E}" type="presParOf" srcId="{DC90056B-FF3F-4C7E-A77C-A73BA4A68114}" destId="{4BC955D3-E6A6-491D-BC7D-FD9F38AF6EFD}" srcOrd="1" destOrd="0" presId="urn:microsoft.com/office/officeart/2005/8/layout/vList5"/>
    <dgm:cxn modelId="{CC24C324-BD53-4ADF-8B66-6799CC167B9C}" type="presParOf" srcId="{DC90056B-FF3F-4C7E-A77C-A73BA4A68114}" destId="{F5F87DE8-5ECD-4E2F-9E6E-0FFAD35E5FD9}" srcOrd="2" destOrd="0" presId="urn:microsoft.com/office/officeart/2005/8/layout/vList5"/>
    <dgm:cxn modelId="{BA60AB59-4EAF-41F3-86A2-9CE4B834174A}" type="presParOf" srcId="{F5F87DE8-5ECD-4E2F-9E6E-0FFAD35E5FD9}" destId="{9AC3A0D4-8650-4D52-BAE9-E6A6890F4349}" srcOrd="0" destOrd="0" presId="urn:microsoft.com/office/officeart/2005/8/layout/vList5"/>
    <dgm:cxn modelId="{DFDE6500-283E-417F-B36E-6ADDF1BE3E47}" type="presParOf" srcId="{DC90056B-FF3F-4C7E-A77C-A73BA4A68114}" destId="{A870E6A3-1D45-47BC-AA7F-ED97F1937479}" srcOrd="3" destOrd="0" presId="urn:microsoft.com/office/officeart/2005/8/layout/vList5"/>
    <dgm:cxn modelId="{48DE0885-F48D-457B-9729-AF07331670B9}" type="presParOf" srcId="{DC90056B-FF3F-4C7E-A77C-A73BA4A68114}" destId="{ED874842-6FAF-45CA-9C90-91D9144B7DA4}" srcOrd="4" destOrd="0" presId="urn:microsoft.com/office/officeart/2005/8/layout/vList5"/>
    <dgm:cxn modelId="{7A2CEBBF-7BEE-42AB-8A6E-B58330D75DCE}" type="presParOf" srcId="{ED874842-6FAF-45CA-9C90-91D9144B7DA4}" destId="{522DECCB-EED3-4E35-B2DE-61F06C334B01}" srcOrd="0" destOrd="0" presId="urn:microsoft.com/office/officeart/2005/8/layout/vList5"/>
    <dgm:cxn modelId="{B186DF1D-1F10-4E36-B6D9-059BDC56AD99}" type="presParOf" srcId="{DC90056B-FF3F-4C7E-A77C-A73BA4A68114}" destId="{EF0A34DD-89B6-4C5C-928E-A6D650F850AA}" srcOrd="5" destOrd="0" presId="urn:microsoft.com/office/officeart/2005/8/layout/vList5"/>
    <dgm:cxn modelId="{A04AC92A-CBA2-45A1-BBFA-F6FB2867C1DF}" type="presParOf" srcId="{DC90056B-FF3F-4C7E-A77C-A73BA4A68114}" destId="{C64FE4F2-CFB8-4CBB-9DAF-141E7B78847C}" srcOrd="6" destOrd="0" presId="urn:microsoft.com/office/officeart/2005/8/layout/vList5"/>
    <dgm:cxn modelId="{12010351-7ECF-40AB-89B0-0F6669EDCBE7}" type="presParOf" srcId="{C64FE4F2-CFB8-4CBB-9DAF-141E7B78847C}" destId="{02C3C482-EB95-4B60-B494-EAEB06118C59}" srcOrd="0" destOrd="0" presId="urn:microsoft.com/office/officeart/2005/8/layout/vList5"/>
    <dgm:cxn modelId="{917E5B98-62B7-42FB-BE14-1DD0640B7B60}" type="presParOf" srcId="{DC90056B-FF3F-4C7E-A77C-A73BA4A68114}" destId="{D0629467-034D-40CC-A30E-41D2AFCB0C3B}" srcOrd="7" destOrd="0" presId="urn:microsoft.com/office/officeart/2005/8/layout/vList5"/>
    <dgm:cxn modelId="{49411B6E-0C8F-4DB9-96C8-889AD70F4145}" type="presParOf" srcId="{DC90056B-FF3F-4C7E-A77C-A73BA4A68114}" destId="{BA6C9C5D-14AA-4449-B47D-C3899B77AE6B}" srcOrd="8" destOrd="0" presId="urn:microsoft.com/office/officeart/2005/8/layout/vList5"/>
    <dgm:cxn modelId="{334D91C5-A6DD-48A8-8C14-C31416B10EBE}" type="presParOf" srcId="{BA6C9C5D-14AA-4449-B47D-C3899B77AE6B}" destId="{46DA6EDE-121F-4A24-B1A0-D26787E1DA28}" srcOrd="0" destOrd="0" presId="urn:microsoft.com/office/officeart/2005/8/layout/vList5"/>
    <dgm:cxn modelId="{7B995EBC-38AA-4122-8A5E-A4C1C7D43030}" type="presParOf" srcId="{DC90056B-FF3F-4C7E-A77C-A73BA4A68114}" destId="{DD50DF5D-7570-4291-BD2F-4C13813328D4}" srcOrd="9" destOrd="0" presId="urn:microsoft.com/office/officeart/2005/8/layout/vList5"/>
    <dgm:cxn modelId="{77922B3C-0707-40C2-9610-DA44AB650277}" type="presParOf" srcId="{DC90056B-FF3F-4C7E-A77C-A73BA4A68114}" destId="{457BD71D-C5CE-44E0-A42A-0BDF17B41EFA}" srcOrd="10" destOrd="0" presId="urn:microsoft.com/office/officeart/2005/8/layout/vList5"/>
    <dgm:cxn modelId="{48262512-9941-4B26-9E57-72806F677B54}" type="presParOf" srcId="{457BD71D-C5CE-44E0-A42A-0BDF17B41EFA}" destId="{C3941066-D435-48AE-9BC1-25F936F1E29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9D5A6F-6563-4C9A-9A76-5512BC2104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48112C-FBBE-4224-8465-05505B377525}">
      <dgm:prSet/>
      <dgm:spPr/>
      <dgm:t>
        <a:bodyPr/>
        <a:lstStyle/>
        <a:p>
          <a:r>
            <a:rPr lang="en-US" b="0" i="0" baseline="0"/>
            <a:t>Logic Apps is easier visually but fragile in configuration </a:t>
          </a:r>
          <a:endParaRPr lang="en-US"/>
        </a:p>
      </dgm:t>
    </dgm:pt>
    <dgm:pt modelId="{74684CE0-4B4B-4606-A0E5-645EE801A09D}" type="parTrans" cxnId="{8ECEDC4C-6BC3-4682-B423-DCF7A1AF1B8A}">
      <dgm:prSet/>
      <dgm:spPr/>
      <dgm:t>
        <a:bodyPr/>
        <a:lstStyle/>
        <a:p>
          <a:endParaRPr lang="en-US"/>
        </a:p>
      </dgm:t>
    </dgm:pt>
    <dgm:pt modelId="{9B07A621-B955-41F7-A5CF-0EF87614806B}" type="sibTrans" cxnId="{8ECEDC4C-6BC3-4682-B423-DCF7A1AF1B8A}">
      <dgm:prSet/>
      <dgm:spPr/>
      <dgm:t>
        <a:bodyPr/>
        <a:lstStyle/>
        <a:p>
          <a:endParaRPr lang="en-US"/>
        </a:p>
      </dgm:t>
    </dgm:pt>
    <dgm:pt modelId="{EE65D6CA-2958-4918-9C5E-39490D2FE3E7}">
      <dgm:prSet/>
      <dgm:spPr/>
      <dgm:t>
        <a:bodyPr/>
        <a:lstStyle/>
        <a:p>
          <a:r>
            <a:rPr lang="en-US" b="0" i="0" baseline="0"/>
            <a:t>Durable Functions is harder at first but more powerful </a:t>
          </a:r>
          <a:endParaRPr lang="en-US"/>
        </a:p>
      </dgm:t>
    </dgm:pt>
    <dgm:pt modelId="{8EF96DE1-481D-4D06-9BC7-D075447E0CD1}" type="parTrans" cxnId="{E8562018-0E4F-4BE6-90A6-7805DF28DB7F}">
      <dgm:prSet/>
      <dgm:spPr/>
      <dgm:t>
        <a:bodyPr/>
        <a:lstStyle/>
        <a:p>
          <a:endParaRPr lang="en-US"/>
        </a:p>
      </dgm:t>
    </dgm:pt>
    <dgm:pt modelId="{3765051D-9EB2-4F16-8E70-B999DA434081}" type="sibTrans" cxnId="{E8562018-0E4F-4BE6-90A6-7805DF28DB7F}">
      <dgm:prSet/>
      <dgm:spPr/>
      <dgm:t>
        <a:bodyPr/>
        <a:lstStyle/>
        <a:p>
          <a:endParaRPr lang="en-US"/>
        </a:p>
      </dgm:t>
    </dgm:pt>
    <dgm:pt modelId="{1BCACDF2-B27B-4858-A6D2-BDE8A9A0DA01}">
      <dgm:prSet/>
      <dgm:spPr/>
      <dgm:t>
        <a:bodyPr/>
        <a:lstStyle/>
        <a:p>
          <a:r>
            <a:rPr lang="en-US" b="0" i="0" baseline="0"/>
            <a:t>Service Bus setup is tricky (auth issues) </a:t>
          </a:r>
          <a:endParaRPr lang="en-US"/>
        </a:p>
      </dgm:t>
    </dgm:pt>
    <dgm:pt modelId="{9711D5DB-F770-43DD-BAA4-419850A99CA3}" type="parTrans" cxnId="{C55418C1-6E27-444C-9EA2-3D343997CCBE}">
      <dgm:prSet/>
      <dgm:spPr/>
      <dgm:t>
        <a:bodyPr/>
        <a:lstStyle/>
        <a:p>
          <a:endParaRPr lang="en-US"/>
        </a:p>
      </dgm:t>
    </dgm:pt>
    <dgm:pt modelId="{56DC12C9-A4CB-4E0E-870F-8C3A6F6BDE65}" type="sibTrans" cxnId="{C55418C1-6E27-444C-9EA2-3D343997CCBE}">
      <dgm:prSet/>
      <dgm:spPr/>
      <dgm:t>
        <a:bodyPr/>
        <a:lstStyle/>
        <a:p>
          <a:endParaRPr lang="en-US"/>
        </a:p>
      </dgm:t>
    </dgm:pt>
    <dgm:pt modelId="{3F7227DF-7B85-4D2A-8135-7631114AF6D3}">
      <dgm:prSet/>
      <dgm:spPr/>
      <dgm:t>
        <a:bodyPr/>
        <a:lstStyle/>
        <a:p>
          <a:r>
            <a:rPr lang="en-US" b="0" i="0" baseline="0"/>
            <a:t>Debugging Azure services requires patience </a:t>
          </a:r>
          <a:endParaRPr lang="en-US"/>
        </a:p>
      </dgm:t>
    </dgm:pt>
    <dgm:pt modelId="{7AD7A12A-C741-4431-84FB-D4C8FD6BC0C6}" type="parTrans" cxnId="{D6DBF116-B582-4BEA-B43C-BDBEF7A83298}">
      <dgm:prSet/>
      <dgm:spPr/>
      <dgm:t>
        <a:bodyPr/>
        <a:lstStyle/>
        <a:p>
          <a:endParaRPr lang="en-US"/>
        </a:p>
      </dgm:t>
    </dgm:pt>
    <dgm:pt modelId="{E2AB5083-CEDA-4182-A0A4-E57228B19D98}" type="sibTrans" cxnId="{D6DBF116-B582-4BEA-B43C-BDBEF7A83298}">
      <dgm:prSet/>
      <dgm:spPr/>
      <dgm:t>
        <a:bodyPr/>
        <a:lstStyle/>
        <a:p>
          <a:endParaRPr lang="en-US"/>
        </a:p>
      </dgm:t>
    </dgm:pt>
    <dgm:pt modelId="{2391A45B-04FA-4FB5-A229-AB7BC70ED309}">
      <dgm:prSet/>
      <dgm:spPr/>
      <dgm:t>
        <a:bodyPr/>
        <a:lstStyle/>
        <a:p>
          <a:r>
            <a:rPr lang="en-US" b="0" i="0" baseline="0"/>
            <a:t>Human approval is easier in code than visual tools </a:t>
          </a:r>
          <a:endParaRPr lang="en-US"/>
        </a:p>
      </dgm:t>
    </dgm:pt>
    <dgm:pt modelId="{E290FCA2-F831-4881-A1E5-F5AA8EB33D0C}" type="parTrans" cxnId="{7FBAAC22-3290-4534-81A8-465A9867A614}">
      <dgm:prSet/>
      <dgm:spPr/>
      <dgm:t>
        <a:bodyPr/>
        <a:lstStyle/>
        <a:p>
          <a:endParaRPr lang="en-US"/>
        </a:p>
      </dgm:t>
    </dgm:pt>
    <dgm:pt modelId="{728185B0-015A-4DD2-B23F-4DED4229B018}" type="sibTrans" cxnId="{7FBAAC22-3290-4534-81A8-465A9867A614}">
      <dgm:prSet/>
      <dgm:spPr/>
      <dgm:t>
        <a:bodyPr/>
        <a:lstStyle/>
        <a:p>
          <a:endParaRPr lang="en-US"/>
        </a:p>
      </dgm:t>
    </dgm:pt>
    <dgm:pt modelId="{3B2BB885-5498-4C65-85D6-E7C6F2FD00C9}" type="pres">
      <dgm:prSet presAssocID="{5C9D5A6F-6563-4C9A-9A76-5512BC2104F0}" presName="root" presStyleCnt="0">
        <dgm:presLayoutVars>
          <dgm:dir/>
          <dgm:resizeHandles val="exact"/>
        </dgm:presLayoutVars>
      </dgm:prSet>
      <dgm:spPr/>
    </dgm:pt>
    <dgm:pt modelId="{4319A365-55C3-4999-AC5A-0AAE7B94A2C3}" type="pres">
      <dgm:prSet presAssocID="{8248112C-FBBE-4224-8465-05505B377525}" presName="compNode" presStyleCnt="0"/>
      <dgm:spPr/>
    </dgm:pt>
    <dgm:pt modelId="{89500FDE-DA8C-4E9F-B16A-AAC9381AC261}" type="pres">
      <dgm:prSet presAssocID="{8248112C-FBBE-4224-8465-05505B377525}" presName="bgRect" presStyleLbl="bgShp" presStyleIdx="0" presStyleCnt="5"/>
      <dgm:spPr/>
    </dgm:pt>
    <dgm:pt modelId="{6B7A9080-96C6-4C16-A74B-45580866272B}" type="pres">
      <dgm:prSet presAssocID="{8248112C-FBBE-4224-8465-05505B37752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F07A55-9F61-4BB1-8AF7-502051DD305B}" type="pres">
      <dgm:prSet presAssocID="{8248112C-FBBE-4224-8465-05505B377525}" presName="spaceRect" presStyleCnt="0"/>
      <dgm:spPr/>
    </dgm:pt>
    <dgm:pt modelId="{EAE1FEF6-0CDB-4429-A3AC-EC86D598FCFF}" type="pres">
      <dgm:prSet presAssocID="{8248112C-FBBE-4224-8465-05505B377525}" presName="parTx" presStyleLbl="revTx" presStyleIdx="0" presStyleCnt="5">
        <dgm:presLayoutVars>
          <dgm:chMax val="0"/>
          <dgm:chPref val="0"/>
        </dgm:presLayoutVars>
      </dgm:prSet>
      <dgm:spPr/>
    </dgm:pt>
    <dgm:pt modelId="{91607A1E-A63B-44D3-81CF-0807954C937F}" type="pres">
      <dgm:prSet presAssocID="{9B07A621-B955-41F7-A5CF-0EF87614806B}" presName="sibTrans" presStyleCnt="0"/>
      <dgm:spPr/>
    </dgm:pt>
    <dgm:pt modelId="{89E953EB-C8A6-47BF-81CB-757C37A4F3EF}" type="pres">
      <dgm:prSet presAssocID="{EE65D6CA-2958-4918-9C5E-39490D2FE3E7}" presName="compNode" presStyleCnt="0"/>
      <dgm:spPr/>
    </dgm:pt>
    <dgm:pt modelId="{CA22007F-8184-4E74-852D-ED5D6169724E}" type="pres">
      <dgm:prSet presAssocID="{EE65D6CA-2958-4918-9C5E-39490D2FE3E7}" presName="bgRect" presStyleLbl="bgShp" presStyleIdx="1" presStyleCnt="5"/>
      <dgm:spPr/>
    </dgm:pt>
    <dgm:pt modelId="{005F797C-DAC8-4DA5-848E-093F23577A5D}" type="pres">
      <dgm:prSet presAssocID="{EE65D6CA-2958-4918-9C5E-39490D2FE3E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FF9F0B1-6F10-4067-81CF-3A297E4E8714}" type="pres">
      <dgm:prSet presAssocID="{EE65D6CA-2958-4918-9C5E-39490D2FE3E7}" presName="spaceRect" presStyleCnt="0"/>
      <dgm:spPr/>
    </dgm:pt>
    <dgm:pt modelId="{F2C9DF06-DABE-47FF-BB22-26250BC6BB55}" type="pres">
      <dgm:prSet presAssocID="{EE65D6CA-2958-4918-9C5E-39490D2FE3E7}" presName="parTx" presStyleLbl="revTx" presStyleIdx="1" presStyleCnt="5">
        <dgm:presLayoutVars>
          <dgm:chMax val="0"/>
          <dgm:chPref val="0"/>
        </dgm:presLayoutVars>
      </dgm:prSet>
      <dgm:spPr/>
    </dgm:pt>
    <dgm:pt modelId="{B0985714-08E9-4F41-B24A-9350D48A2000}" type="pres">
      <dgm:prSet presAssocID="{3765051D-9EB2-4F16-8E70-B999DA434081}" presName="sibTrans" presStyleCnt="0"/>
      <dgm:spPr/>
    </dgm:pt>
    <dgm:pt modelId="{142D8A22-AA91-4160-8E1D-56FBC46E5E97}" type="pres">
      <dgm:prSet presAssocID="{1BCACDF2-B27B-4858-A6D2-BDE8A9A0DA01}" presName="compNode" presStyleCnt="0"/>
      <dgm:spPr/>
    </dgm:pt>
    <dgm:pt modelId="{F634F482-3FA3-4070-879F-F17071F1DA36}" type="pres">
      <dgm:prSet presAssocID="{1BCACDF2-B27B-4858-A6D2-BDE8A9A0DA01}" presName="bgRect" presStyleLbl="bgShp" presStyleIdx="2" presStyleCnt="5"/>
      <dgm:spPr/>
    </dgm:pt>
    <dgm:pt modelId="{3E318B7C-6812-4545-96A3-3B9223285A15}" type="pres">
      <dgm:prSet presAssocID="{1BCACDF2-B27B-4858-A6D2-BDE8A9A0DA0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4185E72C-A064-416D-8002-A8942532F5F8}" type="pres">
      <dgm:prSet presAssocID="{1BCACDF2-B27B-4858-A6D2-BDE8A9A0DA01}" presName="spaceRect" presStyleCnt="0"/>
      <dgm:spPr/>
    </dgm:pt>
    <dgm:pt modelId="{5E7DE831-E5ED-4F19-ABEA-2B0EB20F533F}" type="pres">
      <dgm:prSet presAssocID="{1BCACDF2-B27B-4858-A6D2-BDE8A9A0DA01}" presName="parTx" presStyleLbl="revTx" presStyleIdx="2" presStyleCnt="5">
        <dgm:presLayoutVars>
          <dgm:chMax val="0"/>
          <dgm:chPref val="0"/>
        </dgm:presLayoutVars>
      </dgm:prSet>
      <dgm:spPr/>
    </dgm:pt>
    <dgm:pt modelId="{12CAD72E-D9D2-4BE8-9223-E8D59D29ED52}" type="pres">
      <dgm:prSet presAssocID="{56DC12C9-A4CB-4E0E-870F-8C3A6F6BDE65}" presName="sibTrans" presStyleCnt="0"/>
      <dgm:spPr/>
    </dgm:pt>
    <dgm:pt modelId="{D5413BBA-0BA8-4F89-B421-B5D16D34F9F9}" type="pres">
      <dgm:prSet presAssocID="{3F7227DF-7B85-4D2A-8135-7631114AF6D3}" presName="compNode" presStyleCnt="0"/>
      <dgm:spPr/>
    </dgm:pt>
    <dgm:pt modelId="{721CA8A1-0679-49F1-9D04-9486555BC56E}" type="pres">
      <dgm:prSet presAssocID="{3F7227DF-7B85-4D2A-8135-7631114AF6D3}" presName="bgRect" presStyleLbl="bgShp" presStyleIdx="3" presStyleCnt="5"/>
      <dgm:spPr/>
    </dgm:pt>
    <dgm:pt modelId="{9B614ECD-331A-4262-8BDE-656A27570E77}" type="pres">
      <dgm:prSet presAssocID="{3F7227DF-7B85-4D2A-8135-7631114AF6D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0F99EE1-D948-4737-977E-754E7B75E14B}" type="pres">
      <dgm:prSet presAssocID="{3F7227DF-7B85-4D2A-8135-7631114AF6D3}" presName="spaceRect" presStyleCnt="0"/>
      <dgm:spPr/>
    </dgm:pt>
    <dgm:pt modelId="{455E1A85-23DE-4530-B8B6-07A347DEFF98}" type="pres">
      <dgm:prSet presAssocID="{3F7227DF-7B85-4D2A-8135-7631114AF6D3}" presName="parTx" presStyleLbl="revTx" presStyleIdx="3" presStyleCnt="5">
        <dgm:presLayoutVars>
          <dgm:chMax val="0"/>
          <dgm:chPref val="0"/>
        </dgm:presLayoutVars>
      </dgm:prSet>
      <dgm:spPr/>
    </dgm:pt>
    <dgm:pt modelId="{6DF226A2-B4A0-414F-89C8-D37A46FB354D}" type="pres">
      <dgm:prSet presAssocID="{E2AB5083-CEDA-4182-A0A4-E57228B19D98}" presName="sibTrans" presStyleCnt="0"/>
      <dgm:spPr/>
    </dgm:pt>
    <dgm:pt modelId="{7C50862D-D62D-45C1-BB5A-40C3D8FC5EE9}" type="pres">
      <dgm:prSet presAssocID="{2391A45B-04FA-4FB5-A229-AB7BC70ED309}" presName="compNode" presStyleCnt="0"/>
      <dgm:spPr/>
    </dgm:pt>
    <dgm:pt modelId="{F003D6E7-99D2-41B5-9F54-D5187B5F00DE}" type="pres">
      <dgm:prSet presAssocID="{2391A45B-04FA-4FB5-A229-AB7BC70ED309}" presName="bgRect" presStyleLbl="bgShp" presStyleIdx="4" presStyleCnt="5"/>
      <dgm:spPr/>
    </dgm:pt>
    <dgm:pt modelId="{2E229DC1-89EE-4447-A1E4-1C4626D1106C}" type="pres">
      <dgm:prSet presAssocID="{2391A45B-04FA-4FB5-A229-AB7BC70ED30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1B6D896A-2771-4772-AA88-BEE238BD4C0D}" type="pres">
      <dgm:prSet presAssocID="{2391A45B-04FA-4FB5-A229-AB7BC70ED309}" presName="spaceRect" presStyleCnt="0"/>
      <dgm:spPr/>
    </dgm:pt>
    <dgm:pt modelId="{7B65EABB-5BD8-422F-ADD9-657B83E81928}" type="pres">
      <dgm:prSet presAssocID="{2391A45B-04FA-4FB5-A229-AB7BC70ED30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5282008-C6EF-4441-99CC-2E13E7037E93}" type="presOf" srcId="{5C9D5A6F-6563-4C9A-9A76-5512BC2104F0}" destId="{3B2BB885-5498-4C65-85D6-E7C6F2FD00C9}" srcOrd="0" destOrd="0" presId="urn:microsoft.com/office/officeart/2018/2/layout/IconVerticalSolidList"/>
    <dgm:cxn modelId="{D6DBF116-B582-4BEA-B43C-BDBEF7A83298}" srcId="{5C9D5A6F-6563-4C9A-9A76-5512BC2104F0}" destId="{3F7227DF-7B85-4D2A-8135-7631114AF6D3}" srcOrd="3" destOrd="0" parTransId="{7AD7A12A-C741-4431-84FB-D4C8FD6BC0C6}" sibTransId="{E2AB5083-CEDA-4182-A0A4-E57228B19D98}"/>
    <dgm:cxn modelId="{E8562018-0E4F-4BE6-90A6-7805DF28DB7F}" srcId="{5C9D5A6F-6563-4C9A-9A76-5512BC2104F0}" destId="{EE65D6CA-2958-4918-9C5E-39490D2FE3E7}" srcOrd="1" destOrd="0" parTransId="{8EF96DE1-481D-4D06-9BC7-D075447E0CD1}" sibTransId="{3765051D-9EB2-4F16-8E70-B999DA434081}"/>
    <dgm:cxn modelId="{88DB4720-D3B4-4089-8EE3-3C1FD98D083A}" type="presOf" srcId="{1BCACDF2-B27B-4858-A6D2-BDE8A9A0DA01}" destId="{5E7DE831-E5ED-4F19-ABEA-2B0EB20F533F}" srcOrd="0" destOrd="0" presId="urn:microsoft.com/office/officeart/2018/2/layout/IconVerticalSolidList"/>
    <dgm:cxn modelId="{7FBAAC22-3290-4534-81A8-465A9867A614}" srcId="{5C9D5A6F-6563-4C9A-9A76-5512BC2104F0}" destId="{2391A45B-04FA-4FB5-A229-AB7BC70ED309}" srcOrd="4" destOrd="0" parTransId="{E290FCA2-F831-4881-A1E5-F5AA8EB33D0C}" sibTransId="{728185B0-015A-4DD2-B23F-4DED4229B018}"/>
    <dgm:cxn modelId="{DD9D3B41-178C-49AF-B851-118D7B4A17E9}" type="presOf" srcId="{2391A45B-04FA-4FB5-A229-AB7BC70ED309}" destId="{7B65EABB-5BD8-422F-ADD9-657B83E81928}" srcOrd="0" destOrd="0" presId="urn:microsoft.com/office/officeart/2018/2/layout/IconVerticalSolidList"/>
    <dgm:cxn modelId="{EEF01E67-C46F-4E66-80A4-2A89CE3DE7A1}" type="presOf" srcId="{8248112C-FBBE-4224-8465-05505B377525}" destId="{EAE1FEF6-0CDB-4429-A3AC-EC86D598FCFF}" srcOrd="0" destOrd="0" presId="urn:microsoft.com/office/officeart/2018/2/layout/IconVerticalSolidList"/>
    <dgm:cxn modelId="{8ECEDC4C-6BC3-4682-B423-DCF7A1AF1B8A}" srcId="{5C9D5A6F-6563-4C9A-9A76-5512BC2104F0}" destId="{8248112C-FBBE-4224-8465-05505B377525}" srcOrd="0" destOrd="0" parTransId="{74684CE0-4B4B-4606-A0E5-645EE801A09D}" sibTransId="{9B07A621-B955-41F7-A5CF-0EF87614806B}"/>
    <dgm:cxn modelId="{FAA557AD-0F2A-486C-BB54-AFDEF17A9609}" type="presOf" srcId="{3F7227DF-7B85-4D2A-8135-7631114AF6D3}" destId="{455E1A85-23DE-4530-B8B6-07A347DEFF98}" srcOrd="0" destOrd="0" presId="urn:microsoft.com/office/officeart/2018/2/layout/IconVerticalSolidList"/>
    <dgm:cxn modelId="{95D516BA-C548-4868-B03A-831382149900}" type="presOf" srcId="{EE65D6CA-2958-4918-9C5E-39490D2FE3E7}" destId="{F2C9DF06-DABE-47FF-BB22-26250BC6BB55}" srcOrd="0" destOrd="0" presId="urn:microsoft.com/office/officeart/2018/2/layout/IconVerticalSolidList"/>
    <dgm:cxn modelId="{C55418C1-6E27-444C-9EA2-3D343997CCBE}" srcId="{5C9D5A6F-6563-4C9A-9A76-5512BC2104F0}" destId="{1BCACDF2-B27B-4858-A6D2-BDE8A9A0DA01}" srcOrd="2" destOrd="0" parTransId="{9711D5DB-F770-43DD-BAA4-419850A99CA3}" sibTransId="{56DC12C9-A4CB-4E0E-870F-8C3A6F6BDE65}"/>
    <dgm:cxn modelId="{E9D89A0F-52A9-4E1D-934A-A48B9A5512E2}" type="presParOf" srcId="{3B2BB885-5498-4C65-85D6-E7C6F2FD00C9}" destId="{4319A365-55C3-4999-AC5A-0AAE7B94A2C3}" srcOrd="0" destOrd="0" presId="urn:microsoft.com/office/officeart/2018/2/layout/IconVerticalSolidList"/>
    <dgm:cxn modelId="{962AFE1F-F6DF-4D95-B9A2-F54E83520EB1}" type="presParOf" srcId="{4319A365-55C3-4999-AC5A-0AAE7B94A2C3}" destId="{89500FDE-DA8C-4E9F-B16A-AAC9381AC261}" srcOrd="0" destOrd="0" presId="urn:microsoft.com/office/officeart/2018/2/layout/IconVerticalSolidList"/>
    <dgm:cxn modelId="{87EF6569-F067-4EA6-8937-B2E699A1C99E}" type="presParOf" srcId="{4319A365-55C3-4999-AC5A-0AAE7B94A2C3}" destId="{6B7A9080-96C6-4C16-A74B-45580866272B}" srcOrd="1" destOrd="0" presId="urn:microsoft.com/office/officeart/2018/2/layout/IconVerticalSolidList"/>
    <dgm:cxn modelId="{863226FB-2FE7-4A9A-A170-EFF66F9DD644}" type="presParOf" srcId="{4319A365-55C3-4999-AC5A-0AAE7B94A2C3}" destId="{41F07A55-9F61-4BB1-8AF7-502051DD305B}" srcOrd="2" destOrd="0" presId="urn:microsoft.com/office/officeart/2018/2/layout/IconVerticalSolidList"/>
    <dgm:cxn modelId="{8B347A0B-EA0E-4B8A-9E46-BED19B137DE8}" type="presParOf" srcId="{4319A365-55C3-4999-AC5A-0AAE7B94A2C3}" destId="{EAE1FEF6-0CDB-4429-A3AC-EC86D598FCFF}" srcOrd="3" destOrd="0" presId="urn:microsoft.com/office/officeart/2018/2/layout/IconVerticalSolidList"/>
    <dgm:cxn modelId="{4E372E62-9069-48FE-A522-138494839998}" type="presParOf" srcId="{3B2BB885-5498-4C65-85D6-E7C6F2FD00C9}" destId="{91607A1E-A63B-44D3-81CF-0807954C937F}" srcOrd="1" destOrd="0" presId="urn:microsoft.com/office/officeart/2018/2/layout/IconVerticalSolidList"/>
    <dgm:cxn modelId="{A0F2CB27-F0DB-4381-884F-2FE8391C45BE}" type="presParOf" srcId="{3B2BB885-5498-4C65-85D6-E7C6F2FD00C9}" destId="{89E953EB-C8A6-47BF-81CB-757C37A4F3EF}" srcOrd="2" destOrd="0" presId="urn:microsoft.com/office/officeart/2018/2/layout/IconVerticalSolidList"/>
    <dgm:cxn modelId="{75B6DDEF-01CA-48EB-BA2F-881CB4023D6D}" type="presParOf" srcId="{89E953EB-C8A6-47BF-81CB-757C37A4F3EF}" destId="{CA22007F-8184-4E74-852D-ED5D6169724E}" srcOrd="0" destOrd="0" presId="urn:microsoft.com/office/officeart/2018/2/layout/IconVerticalSolidList"/>
    <dgm:cxn modelId="{8C33EDA4-F979-4EBD-94D6-452EF512B406}" type="presParOf" srcId="{89E953EB-C8A6-47BF-81CB-757C37A4F3EF}" destId="{005F797C-DAC8-4DA5-848E-093F23577A5D}" srcOrd="1" destOrd="0" presId="urn:microsoft.com/office/officeart/2018/2/layout/IconVerticalSolidList"/>
    <dgm:cxn modelId="{18E4D0E0-8603-4DF2-9DB0-B2A3D64B8E85}" type="presParOf" srcId="{89E953EB-C8A6-47BF-81CB-757C37A4F3EF}" destId="{7FF9F0B1-6F10-4067-81CF-3A297E4E8714}" srcOrd="2" destOrd="0" presId="urn:microsoft.com/office/officeart/2018/2/layout/IconVerticalSolidList"/>
    <dgm:cxn modelId="{52011053-D2E1-4931-8D58-179D4349B340}" type="presParOf" srcId="{89E953EB-C8A6-47BF-81CB-757C37A4F3EF}" destId="{F2C9DF06-DABE-47FF-BB22-26250BC6BB55}" srcOrd="3" destOrd="0" presId="urn:microsoft.com/office/officeart/2018/2/layout/IconVerticalSolidList"/>
    <dgm:cxn modelId="{60A15173-F3C7-4562-9728-F2A11AB5C5D8}" type="presParOf" srcId="{3B2BB885-5498-4C65-85D6-E7C6F2FD00C9}" destId="{B0985714-08E9-4F41-B24A-9350D48A2000}" srcOrd="3" destOrd="0" presId="urn:microsoft.com/office/officeart/2018/2/layout/IconVerticalSolidList"/>
    <dgm:cxn modelId="{033534A1-D487-48F7-A861-CD17769AF36E}" type="presParOf" srcId="{3B2BB885-5498-4C65-85D6-E7C6F2FD00C9}" destId="{142D8A22-AA91-4160-8E1D-56FBC46E5E97}" srcOrd="4" destOrd="0" presId="urn:microsoft.com/office/officeart/2018/2/layout/IconVerticalSolidList"/>
    <dgm:cxn modelId="{F1F21605-4413-4E03-9D64-722517965973}" type="presParOf" srcId="{142D8A22-AA91-4160-8E1D-56FBC46E5E97}" destId="{F634F482-3FA3-4070-879F-F17071F1DA36}" srcOrd="0" destOrd="0" presId="urn:microsoft.com/office/officeart/2018/2/layout/IconVerticalSolidList"/>
    <dgm:cxn modelId="{76B761DA-E137-418E-AA55-ABBE617DD14E}" type="presParOf" srcId="{142D8A22-AA91-4160-8E1D-56FBC46E5E97}" destId="{3E318B7C-6812-4545-96A3-3B9223285A15}" srcOrd="1" destOrd="0" presId="urn:microsoft.com/office/officeart/2018/2/layout/IconVerticalSolidList"/>
    <dgm:cxn modelId="{639E8AF3-F938-45D3-A1F7-A3B8E60610D5}" type="presParOf" srcId="{142D8A22-AA91-4160-8E1D-56FBC46E5E97}" destId="{4185E72C-A064-416D-8002-A8942532F5F8}" srcOrd="2" destOrd="0" presId="urn:microsoft.com/office/officeart/2018/2/layout/IconVerticalSolidList"/>
    <dgm:cxn modelId="{419E787E-8DEC-497B-B912-8B5C1BA0D2D6}" type="presParOf" srcId="{142D8A22-AA91-4160-8E1D-56FBC46E5E97}" destId="{5E7DE831-E5ED-4F19-ABEA-2B0EB20F533F}" srcOrd="3" destOrd="0" presId="urn:microsoft.com/office/officeart/2018/2/layout/IconVerticalSolidList"/>
    <dgm:cxn modelId="{19FD5B29-E624-497A-8E11-8C87165A1BFD}" type="presParOf" srcId="{3B2BB885-5498-4C65-85D6-E7C6F2FD00C9}" destId="{12CAD72E-D9D2-4BE8-9223-E8D59D29ED52}" srcOrd="5" destOrd="0" presId="urn:microsoft.com/office/officeart/2018/2/layout/IconVerticalSolidList"/>
    <dgm:cxn modelId="{AB806962-93D9-4CA6-A729-B912535207E8}" type="presParOf" srcId="{3B2BB885-5498-4C65-85D6-E7C6F2FD00C9}" destId="{D5413BBA-0BA8-4F89-B421-B5D16D34F9F9}" srcOrd="6" destOrd="0" presId="urn:microsoft.com/office/officeart/2018/2/layout/IconVerticalSolidList"/>
    <dgm:cxn modelId="{4118B97C-B896-4D3C-9D3B-162D1A29859B}" type="presParOf" srcId="{D5413BBA-0BA8-4F89-B421-B5D16D34F9F9}" destId="{721CA8A1-0679-49F1-9D04-9486555BC56E}" srcOrd="0" destOrd="0" presId="urn:microsoft.com/office/officeart/2018/2/layout/IconVerticalSolidList"/>
    <dgm:cxn modelId="{23231BF1-C1B7-4027-8F94-37BF228930F0}" type="presParOf" srcId="{D5413BBA-0BA8-4F89-B421-B5D16D34F9F9}" destId="{9B614ECD-331A-4262-8BDE-656A27570E77}" srcOrd="1" destOrd="0" presId="urn:microsoft.com/office/officeart/2018/2/layout/IconVerticalSolidList"/>
    <dgm:cxn modelId="{C116A257-08D9-4E67-A06A-3EEB819D53C9}" type="presParOf" srcId="{D5413BBA-0BA8-4F89-B421-B5D16D34F9F9}" destId="{50F99EE1-D948-4737-977E-754E7B75E14B}" srcOrd="2" destOrd="0" presId="urn:microsoft.com/office/officeart/2018/2/layout/IconVerticalSolidList"/>
    <dgm:cxn modelId="{73F85205-B3F9-41A0-BB0F-1DAA933E59A0}" type="presParOf" srcId="{D5413BBA-0BA8-4F89-B421-B5D16D34F9F9}" destId="{455E1A85-23DE-4530-B8B6-07A347DEFF98}" srcOrd="3" destOrd="0" presId="urn:microsoft.com/office/officeart/2018/2/layout/IconVerticalSolidList"/>
    <dgm:cxn modelId="{2D4205A8-807A-457F-AB1B-81E27C1FD6C3}" type="presParOf" srcId="{3B2BB885-5498-4C65-85D6-E7C6F2FD00C9}" destId="{6DF226A2-B4A0-414F-89C8-D37A46FB354D}" srcOrd="7" destOrd="0" presId="urn:microsoft.com/office/officeart/2018/2/layout/IconVerticalSolidList"/>
    <dgm:cxn modelId="{B5BDBE3B-D26B-4764-B0B7-216320121275}" type="presParOf" srcId="{3B2BB885-5498-4C65-85D6-E7C6F2FD00C9}" destId="{7C50862D-D62D-45C1-BB5A-40C3D8FC5EE9}" srcOrd="8" destOrd="0" presId="urn:microsoft.com/office/officeart/2018/2/layout/IconVerticalSolidList"/>
    <dgm:cxn modelId="{BAFF4480-68E6-480D-8D4A-8967818C1874}" type="presParOf" srcId="{7C50862D-D62D-45C1-BB5A-40C3D8FC5EE9}" destId="{F003D6E7-99D2-41B5-9F54-D5187B5F00DE}" srcOrd="0" destOrd="0" presId="urn:microsoft.com/office/officeart/2018/2/layout/IconVerticalSolidList"/>
    <dgm:cxn modelId="{1DC7C233-F9EF-4BEF-8C80-DB04B1DB548B}" type="presParOf" srcId="{7C50862D-D62D-45C1-BB5A-40C3D8FC5EE9}" destId="{2E229DC1-89EE-4447-A1E4-1C4626D1106C}" srcOrd="1" destOrd="0" presId="urn:microsoft.com/office/officeart/2018/2/layout/IconVerticalSolidList"/>
    <dgm:cxn modelId="{412BD5EC-0960-454C-A8AD-49BFC0A94FEC}" type="presParOf" srcId="{7C50862D-D62D-45C1-BB5A-40C3D8FC5EE9}" destId="{1B6D896A-2771-4772-AA88-BEE238BD4C0D}" srcOrd="2" destOrd="0" presId="urn:microsoft.com/office/officeart/2018/2/layout/IconVerticalSolidList"/>
    <dgm:cxn modelId="{852EC125-6B78-4A31-A4E9-93EE2000B3AE}" type="presParOf" srcId="{7C50862D-D62D-45C1-BB5A-40C3D8FC5EE9}" destId="{7B65EABB-5BD8-422F-ADD9-657B83E819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9E838-2C14-4FBE-8C67-27E5C94B5788}">
      <dsp:nvSpPr>
        <dsp:cNvPr id="0" name=""/>
        <dsp:cNvSpPr/>
      </dsp:nvSpPr>
      <dsp:spPr>
        <a:xfrm>
          <a:off x="3112148" y="917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Required fields validation </a:t>
          </a:r>
          <a:endParaRPr lang="en-US" sz="1700" kern="1200"/>
        </a:p>
      </dsp:txBody>
      <dsp:txXfrm>
        <a:off x="3138211" y="26980"/>
        <a:ext cx="3449041" cy="481777"/>
      </dsp:txXfrm>
    </dsp:sp>
    <dsp:sp modelId="{9AC3A0D4-8650-4D52-BAE9-E6A6890F4349}">
      <dsp:nvSpPr>
        <dsp:cNvPr id="0" name=""/>
        <dsp:cNvSpPr/>
      </dsp:nvSpPr>
      <dsp:spPr>
        <a:xfrm>
          <a:off x="3112148" y="561516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Categories: travel, meals, supplies, etc. </a:t>
          </a:r>
          <a:endParaRPr lang="en-US" sz="1700" kern="1200"/>
        </a:p>
      </dsp:txBody>
      <dsp:txXfrm>
        <a:off x="3138211" y="587579"/>
        <a:ext cx="3449041" cy="481777"/>
      </dsp:txXfrm>
    </dsp:sp>
    <dsp:sp modelId="{522DECCB-EED3-4E35-B2DE-61F06C334B01}">
      <dsp:nvSpPr>
        <dsp:cNvPr id="0" name=""/>
        <dsp:cNvSpPr/>
      </dsp:nvSpPr>
      <dsp:spPr>
        <a:xfrm>
          <a:off x="3112148" y="1122115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&lt; $100 → auto approve </a:t>
          </a:r>
          <a:endParaRPr lang="en-US" sz="1700" kern="1200"/>
        </a:p>
      </dsp:txBody>
      <dsp:txXfrm>
        <a:off x="3138211" y="1148178"/>
        <a:ext cx="3449041" cy="481777"/>
      </dsp:txXfrm>
    </dsp:sp>
    <dsp:sp modelId="{02C3C482-EB95-4B60-B494-EAEB06118C59}">
      <dsp:nvSpPr>
        <dsp:cNvPr id="0" name=""/>
        <dsp:cNvSpPr/>
      </dsp:nvSpPr>
      <dsp:spPr>
        <a:xfrm>
          <a:off x="3112148" y="1682714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≥ $100 → manager approval required </a:t>
          </a:r>
          <a:endParaRPr lang="en-US" sz="1700" kern="1200"/>
        </a:p>
      </dsp:txBody>
      <dsp:txXfrm>
        <a:off x="3138211" y="1708777"/>
        <a:ext cx="3449041" cy="481777"/>
      </dsp:txXfrm>
    </dsp:sp>
    <dsp:sp modelId="{46DA6EDE-121F-4A24-B1A0-D26787E1DA28}">
      <dsp:nvSpPr>
        <dsp:cNvPr id="0" name=""/>
        <dsp:cNvSpPr/>
      </dsp:nvSpPr>
      <dsp:spPr>
        <a:xfrm>
          <a:off x="3112148" y="2243313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Timeout → escalated </a:t>
          </a:r>
          <a:endParaRPr lang="en-US" sz="1700" kern="1200"/>
        </a:p>
      </dsp:txBody>
      <dsp:txXfrm>
        <a:off x="3138211" y="2269376"/>
        <a:ext cx="3449041" cy="481777"/>
      </dsp:txXfrm>
    </dsp:sp>
    <dsp:sp modelId="{C3941066-D435-48AE-9BC1-25F936F1E291}">
      <dsp:nvSpPr>
        <dsp:cNvPr id="0" name=""/>
        <dsp:cNvSpPr/>
      </dsp:nvSpPr>
      <dsp:spPr>
        <a:xfrm>
          <a:off x="3112148" y="2803912"/>
          <a:ext cx="3501167" cy="5339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Email notification at end </a:t>
          </a:r>
          <a:endParaRPr lang="en-US" sz="1700" kern="1200"/>
        </a:p>
      </dsp:txBody>
      <dsp:txXfrm>
        <a:off x="3138211" y="2829975"/>
        <a:ext cx="3449041" cy="4817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00FDE-DA8C-4E9F-B16A-AAC9381AC261}">
      <dsp:nvSpPr>
        <dsp:cNvPr id="0" name=""/>
        <dsp:cNvSpPr/>
      </dsp:nvSpPr>
      <dsp:spPr>
        <a:xfrm>
          <a:off x="0" y="4273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A9080-96C6-4C16-A74B-45580866272B}">
      <dsp:nvSpPr>
        <dsp:cNvPr id="0" name=""/>
        <dsp:cNvSpPr/>
      </dsp:nvSpPr>
      <dsp:spPr>
        <a:xfrm>
          <a:off x="275374" y="209097"/>
          <a:ext cx="500681" cy="5006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1FEF6-0CDB-4429-A3AC-EC86D598FCFF}">
      <dsp:nvSpPr>
        <dsp:cNvPr id="0" name=""/>
        <dsp:cNvSpPr/>
      </dsp:nvSpPr>
      <dsp:spPr>
        <a:xfrm>
          <a:off x="1051430" y="4273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Logic Apps is easier visually but fragile in configuration </a:t>
          </a:r>
          <a:endParaRPr lang="en-US" sz="1900" kern="1200"/>
        </a:p>
      </dsp:txBody>
      <dsp:txXfrm>
        <a:off x="1051430" y="4273"/>
        <a:ext cx="5044569" cy="910329"/>
      </dsp:txXfrm>
    </dsp:sp>
    <dsp:sp modelId="{CA22007F-8184-4E74-852D-ED5D6169724E}">
      <dsp:nvSpPr>
        <dsp:cNvPr id="0" name=""/>
        <dsp:cNvSpPr/>
      </dsp:nvSpPr>
      <dsp:spPr>
        <a:xfrm>
          <a:off x="0" y="1142185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5F797C-DAC8-4DA5-848E-093F23577A5D}">
      <dsp:nvSpPr>
        <dsp:cNvPr id="0" name=""/>
        <dsp:cNvSpPr/>
      </dsp:nvSpPr>
      <dsp:spPr>
        <a:xfrm>
          <a:off x="275374" y="1347009"/>
          <a:ext cx="500681" cy="5006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9DF06-DABE-47FF-BB22-26250BC6BB55}">
      <dsp:nvSpPr>
        <dsp:cNvPr id="0" name=""/>
        <dsp:cNvSpPr/>
      </dsp:nvSpPr>
      <dsp:spPr>
        <a:xfrm>
          <a:off x="1051430" y="1142185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Durable Functions is harder at first but more powerful </a:t>
          </a:r>
          <a:endParaRPr lang="en-US" sz="1900" kern="1200"/>
        </a:p>
      </dsp:txBody>
      <dsp:txXfrm>
        <a:off x="1051430" y="1142185"/>
        <a:ext cx="5044569" cy="910329"/>
      </dsp:txXfrm>
    </dsp:sp>
    <dsp:sp modelId="{F634F482-3FA3-4070-879F-F17071F1DA36}">
      <dsp:nvSpPr>
        <dsp:cNvPr id="0" name=""/>
        <dsp:cNvSpPr/>
      </dsp:nvSpPr>
      <dsp:spPr>
        <a:xfrm>
          <a:off x="0" y="2280097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318B7C-6812-4545-96A3-3B9223285A15}">
      <dsp:nvSpPr>
        <dsp:cNvPr id="0" name=""/>
        <dsp:cNvSpPr/>
      </dsp:nvSpPr>
      <dsp:spPr>
        <a:xfrm>
          <a:off x="275374" y="2484921"/>
          <a:ext cx="500681" cy="5006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7DE831-E5ED-4F19-ABEA-2B0EB20F533F}">
      <dsp:nvSpPr>
        <dsp:cNvPr id="0" name=""/>
        <dsp:cNvSpPr/>
      </dsp:nvSpPr>
      <dsp:spPr>
        <a:xfrm>
          <a:off x="1051430" y="2280097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Service Bus setup is tricky (auth issues) </a:t>
          </a:r>
          <a:endParaRPr lang="en-US" sz="1900" kern="1200"/>
        </a:p>
      </dsp:txBody>
      <dsp:txXfrm>
        <a:off x="1051430" y="2280097"/>
        <a:ext cx="5044569" cy="910329"/>
      </dsp:txXfrm>
    </dsp:sp>
    <dsp:sp modelId="{721CA8A1-0679-49F1-9D04-9486555BC56E}">
      <dsp:nvSpPr>
        <dsp:cNvPr id="0" name=""/>
        <dsp:cNvSpPr/>
      </dsp:nvSpPr>
      <dsp:spPr>
        <a:xfrm>
          <a:off x="0" y="3418009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14ECD-331A-4262-8BDE-656A27570E77}">
      <dsp:nvSpPr>
        <dsp:cNvPr id="0" name=""/>
        <dsp:cNvSpPr/>
      </dsp:nvSpPr>
      <dsp:spPr>
        <a:xfrm>
          <a:off x="275374" y="3622833"/>
          <a:ext cx="500681" cy="5006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E1A85-23DE-4530-B8B6-07A347DEFF98}">
      <dsp:nvSpPr>
        <dsp:cNvPr id="0" name=""/>
        <dsp:cNvSpPr/>
      </dsp:nvSpPr>
      <dsp:spPr>
        <a:xfrm>
          <a:off x="1051430" y="3418009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Debugging Azure services requires patience </a:t>
          </a:r>
          <a:endParaRPr lang="en-US" sz="1900" kern="1200"/>
        </a:p>
      </dsp:txBody>
      <dsp:txXfrm>
        <a:off x="1051430" y="3418009"/>
        <a:ext cx="5044569" cy="910329"/>
      </dsp:txXfrm>
    </dsp:sp>
    <dsp:sp modelId="{F003D6E7-99D2-41B5-9F54-D5187B5F00DE}">
      <dsp:nvSpPr>
        <dsp:cNvPr id="0" name=""/>
        <dsp:cNvSpPr/>
      </dsp:nvSpPr>
      <dsp:spPr>
        <a:xfrm>
          <a:off x="0" y="4555921"/>
          <a:ext cx="6096000" cy="9103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29DC1-89EE-4447-A1E4-1C4626D1106C}">
      <dsp:nvSpPr>
        <dsp:cNvPr id="0" name=""/>
        <dsp:cNvSpPr/>
      </dsp:nvSpPr>
      <dsp:spPr>
        <a:xfrm>
          <a:off x="275374" y="4760745"/>
          <a:ext cx="500681" cy="5006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5EABB-5BD8-422F-ADD9-657B83E81928}">
      <dsp:nvSpPr>
        <dsp:cNvPr id="0" name=""/>
        <dsp:cNvSpPr/>
      </dsp:nvSpPr>
      <dsp:spPr>
        <a:xfrm>
          <a:off x="1051430" y="4555921"/>
          <a:ext cx="5044569" cy="910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343" tIns="96343" rIns="96343" bIns="963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Human approval is easier in code than visual tools </a:t>
          </a:r>
          <a:endParaRPr lang="en-US" sz="1900" kern="1200"/>
        </a:p>
      </dsp:txBody>
      <dsp:txXfrm>
        <a:off x="1051430" y="4555921"/>
        <a:ext cx="5044569" cy="910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6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5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2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7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4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8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5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7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0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6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0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103171-0BA0-4AF0-AF05-04AFA1A4A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8CC11-02A5-AD7E-56C4-00A29DDDC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97" r="32137"/>
          <a:stretch>
            <a:fillRect/>
          </a:stretch>
        </p:blipFill>
        <p:spPr>
          <a:xfrm>
            <a:off x="20" y="10"/>
            <a:ext cx="476248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28B901-D4EA-4C4D-A150-23D2A6DEC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9459" y="1"/>
            <a:ext cx="7482541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60B08A-B322-4C79-AB6D-7E4246352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685800"/>
            <a:ext cx="6099101" cy="5486400"/>
          </a:xfrm>
          <a:prstGeom prst="rect">
            <a:avLst/>
          </a:prstGeom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BB3AE-6B7E-1474-42E4-53C8FE668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371599"/>
            <a:ext cx="4762500" cy="2360429"/>
          </a:xfrm>
        </p:spPr>
        <p:txBody>
          <a:bodyPr>
            <a:normAutofit/>
          </a:bodyPr>
          <a:lstStyle/>
          <a:p>
            <a:r>
              <a:rPr lang="en-US" sz="2800" dirty="0"/>
              <a:t>CST8917 Expense Approval Workflow — Serverless Comparison Project</a:t>
            </a:r>
            <a:endParaRPr lang="en-CA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29DFC-5BC3-0B02-6507-BFD19E667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114800"/>
            <a:ext cx="4762500" cy="13716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dirty="0"/>
              <a:t>Name: Fayz Reshid</a:t>
            </a:r>
            <a:endParaRPr lang="en-CA"/>
          </a:p>
          <a:p>
            <a:pPr>
              <a:lnSpc>
                <a:spcPct val="90000"/>
              </a:lnSpc>
            </a:pPr>
            <a:r>
              <a:rPr lang="en-CA" dirty="0"/>
              <a:t>Student No: 041066116</a:t>
            </a:r>
            <a:endParaRPr lang="en-CA"/>
          </a:p>
          <a:p>
            <a:pPr>
              <a:lnSpc>
                <a:spcPct val="90000"/>
              </a:lnSpc>
            </a:pPr>
            <a:r>
              <a:rPr lang="en-CA" dirty="0"/>
              <a:t>Date: April 21, 2026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847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D6474-47AA-4D47-AF35-32FA3089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4348E-BC10-4901-4335-1B49217C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20728"/>
            <a:ext cx="9486900" cy="996061"/>
          </a:xfrm>
        </p:spPr>
        <p:txBody>
          <a:bodyPr anchor="b">
            <a:normAutofit/>
          </a:bodyPr>
          <a:lstStyle/>
          <a:p>
            <a:pPr algn="ctr"/>
            <a:r>
              <a:rPr lang="en-CA" dirty="0"/>
              <a:t>Architecture/workflow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9EC0-D0AC-6FC2-39BA-7F452D1D0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00940"/>
            <a:ext cx="9486901" cy="3577854"/>
          </a:xfrm>
        </p:spPr>
        <p:txBody>
          <a:bodyPr>
            <a:normAutofit/>
          </a:bodyPr>
          <a:lstStyle/>
          <a:p>
            <a:r>
              <a:rPr lang="en-US" dirty="0"/>
              <a:t>Expense Request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Validation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Amount Check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Auto Approve OR Manager Approval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Email Result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6553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567ACB-44FC-44B8-A031-75BD65F80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9C18AC-EFAA-4C60-A84E-ECED43E3E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9A6DB-0869-49CE-704F-4D9EB4FF3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073834"/>
            <a:ext cx="9486900" cy="900332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Business rules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1DCA833-07E6-34E8-C288-B0E6AE033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186488"/>
              </p:ext>
            </p:extLst>
          </p:nvPr>
        </p:nvGraphicFramePr>
        <p:xfrm>
          <a:off x="1249682" y="2236763"/>
          <a:ext cx="9725464" cy="333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39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C836CD-47B2-4287-AE51-D866B869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0CAC8-10E2-4E31-9995-4EF170513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506" y="0"/>
            <a:ext cx="5426844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628F2-0220-B050-F5C5-D52C2271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442" y="1371600"/>
            <a:ext cx="3870251" cy="4114800"/>
          </a:xfrm>
        </p:spPr>
        <p:txBody>
          <a:bodyPr anchor="ctr">
            <a:normAutofit/>
          </a:bodyPr>
          <a:lstStyle/>
          <a:p>
            <a:pPr algn="ctr"/>
            <a:r>
              <a:rPr lang="en-CA" sz="3000">
                <a:solidFill>
                  <a:schemeClr val="bg1"/>
                </a:solidFill>
              </a:rPr>
              <a:t>Version a (Durable function architecture)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95323-48CF-7D58-178A-02C501353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68842"/>
            <a:ext cx="5426845" cy="5773479"/>
          </a:xfrm>
        </p:spPr>
        <p:txBody>
          <a:bodyPr anchor="ctr">
            <a:normAutofit/>
          </a:bodyPr>
          <a:lstStyle/>
          <a:p>
            <a:r>
              <a:rPr lang="en-CA" dirty="0"/>
              <a:t>HTTP Trigger</a:t>
            </a:r>
          </a:p>
          <a:p>
            <a:r>
              <a:rPr lang="en-CA" dirty="0"/>
              <a:t>   ↓</a:t>
            </a:r>
          </a:p>
          <a:p>
            <a:r>
              <a:rPr lang="en-CA" dirty="0"/>
              <a:t>Orchestrator</a:t>
            </a:r>
          </a:p>
          <a:p>
            <a:r>
              <a:rPr lang="en-CA" dirty="0"/>
              <a:t>   ↓</a:t>
            </a:r>
          </a:p>
          <a:p>
            <a:r>
              <a:rPr lang="en-CA" dirty="0"/>
              <a:t>Validate Activity</a:t>
            </a:r>
          </a:p>
          <a:p>
            <a:r>
              <a:rPr lang="en-CA" dirty="0"/>
              <a:t>   ↓</a:t>
            </a:r>
          </a:p>
          <a:p>
            <a:r>
              <a:rPr lang="en-CA" dirty="0"/>
              <a:t>Decision Logic</a:t>
            </a:r>
          </a:p>
          <a:p>
            <a:r>
              <a:rPr lang="en-CA" dirty="0"/>
              <a:t>   ↓</a:t>
            </a:r>
          </a:p>
          <a:p>
            <a:r>
              <a:rPr lang="en-CA" dirty="0"/>
              <a:t>Timer + External Event</a:t>
            </a:r>
          </a:p>
          <a:p>
            <a:r>
              <a:rPr lang="en-CA" dirty="0"/>
              <a:t>   ↓</a:t>
            </a:r>
          </a:p>
          <a:p>
            <a:r>
              <a:rPr lang="en-CA" dirty="0"/>
              <a:t>Send Email Activity</a:t>
            </a:r>
          </a:p>
        </p:txBody>
      </p:sp>
    </p:spTree>
    <p:extLst>
      <p:ext uri="{BB962C8B-B14F-4D97-AF65-F5344CB8AC3E}">
        <p14:creationId xmlns:p14="http://schemas.microsoft.com/office/powerpoint/2010/main" val="203409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FEFA976-0132-4AF3-B3A3-B2D1C89C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9486900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40961D-4C38-1C3B-128E-57534907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924493"/>
            <a:ext cx="8115300" cy="1774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Version A Demo</a:t>
            </a:r>
          </a:p>
        </p:txBody>
      </p:sp>
    </p:spTree>
    <p:extLst>
      <p:ext uri="{BB962C8B-B14F-4D97-AF65-F5344CB8AC3E}">
        <p14:creationId xmlns:p14="http://schemas.microsoft.com/office/powerpoint/2010/main" val="38719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34C27EA-18ED-4CFA-8823-6BCBAC02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4DEED-5E0F-4E41-A445-58C14864C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699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BE589-060D-AA04-F547-7FC0B54E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anchor="ctr">
            <a:normAutofit/>
          </a:bodyPr>
          <a:lstStyle/>
          <a:p>
            <a:pPr algn="ctr"/>
            <a:r>
              <a:rPr lang="en-CA" sz="2000">
                <a:solidFill>
                  <a:schemeClr val="bg2"/>
                </a:solidFill>
              </a:rPr>
              <a:t>Version B Architecture (Logic Apps)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8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2D34E-E171-AE1C-2895-39F190481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600740"/>
            <a:ext cx="5410200" cy="5667153"/>
          </a:xfrm>
        </p:spPr>
        <p:txBody>
          <a:bodyPr anchor="ctr">
            <a:normAutofit/>
          </a:bodyPr>
          <a:lstStyle/>
          <a:p>
            <a:r>
              <a:rPr lang="en-CA" dirty="0"/>
              <a:t>Service Bus Queue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Logic App Trigger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Parse JSON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HTTP Validation Function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Condition Logic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Service Bus Topic</a:t>
            </a:r>
            <a:br>
              <a:rPr lang="en-CA" dirty="0"/>
            </a:br>
            <a:r>
              <a:rPr lang="en-CA" dirty="0"/>
              <a:t>↓</a:t>
            </a:r>
            <a:br>
              <a:rPr lang="en-CA" dirty="0"/>
            </a:br>
            <a:r>
              <a:rPr lang="en-CA" dirty="0"/>
              <a:t>Email Notification</a:t>
            </a:r>
          </a:p>
        </p:txBody>
      </p:sp>
    </p:spTree>
    <p:extLst>
      <p:ext uri="{BB962C8B-B14F-4D97-AF65-F5344CB8AC3E}">
        <p14:creationId xmlns:p14="http://schemas.microsoft.com/office/powerpoint/2010/main" val="596706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FEFA976-0132-4AF3-B3A3-B2D1C89C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A7CAF-5EE9-4EEE-9E12-B2CECCB94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C199F73-795E-469A-AF4B-13FA2C7A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0" y="1371600"/>
            <a:ext cx="9486900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14D57-BF16-22F9-F160-EFBD56953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1924493"/>
            <a:ext cx="8115300" cy="1774204"/>
          </a:xfrm>
        </p:spPr>
        <p:txBody>
          <a:bodyPr anchor="b">
            <a:normAutofit/>
          </a:bodyPr>
          <a:lstStyle/>
          <a:p>
            <a:r>
              <a:rPr lang="en-CA" dirty="0"/>
              <a:t>Version b demo</a:t>
            </a:r>
          </a:p>
        </p:txBody>
      </p:sp>
    </p:spTree>
    <p:extLst>
      <p:ext uri="{BB962C8B-B14F-4D97-AF65-F5344CB8AC3E}">
        <p14:creationId xmlns:p14="http://schemas.microsoft.com/office/powerpoint/2010/main" val="144176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4744-BAAE-A512-E98D-0CEF9E73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46AAB3-8640-8146-C55C-20BE49C1B3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933065"/>
          <a:ext cx="9486900" cy="2560320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486153915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1026971194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24258071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Durable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Logic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349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Code-based, more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Visual, faster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5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Debugging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Harder but precise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Easier with run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02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Human Interaction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Native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Simulated (delay)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423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Error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Strong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Less predictable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36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Easier locally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Depends on Azure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66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More efficient at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get expensive per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62993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7E54265-0E9B-19A7-85DC-17FF54195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275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F9146B-4CCD-4CDB-AB9C-458005307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FEFA6-7D4F-4746-AE64-D4D52FE7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8DA3CF-9D4B-403A-9AD4-BB177DAB6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43D98-92D5-4FDB-0988-8C844F10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010097"/>
            <a:ext cx="9486901" cy="1010088"/>
          </a:xfrm>
        </p:spPr>
        <p:txBody>
          <a:bodyPr anchor="b">
            <a:normAutofit/>
          </a:bodyPr>
          <a:lstStyle/>
          <a:p>
            <a:pPr algn="ctr"/>
            <a:r>
              <a:rPr lang="en-CA" dirty="0"/>
              <a:t>Recommendation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384A-898C-9D58-BA5C-7485DF303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06257"/>
            <a:ext cx="9486901" cy="3540642"/>
          </a:xfrm>
        </p:spPr>
        <p:txBody>
          <a:bodyPr>
            <a:normAutofit/>
          </a:bodyPr>
          <a:lstStyle/>
          <a:p>
            <a:r>
              <a:rPr lang="en-US" dirty="0"/>
              <a:t>For production systems involving complex workflows and human interaction, I would choose Durable Functions because it gives better control, testability, and reliability. Logic Apps would be better for simpler integration-heavy workflows where speed of development matters more than control.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9937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E00E3E0-07DA-4A53-8D2F-59983E14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23763-984D-5FF9-D575-88FFCDED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01040"/>
            <a:ext cx="3390900" cy="5486400"/>
          </a:xfrm>
        </p:spPr>
        <p:txBody>
          <a:bodyPr anchor="ctr">
            <a:normAutofit/>
          </a:bodyPr>
          <a:lstStyle/>
          <a:p>
            <a:pPr algn="ctr"/>
            <a:r>
              <a:rPr lang="en-CA" dirty="0"/>
              <a:t>Lessons learned</a:t>
            </a:r>
            <a:endParaRPr lang="en-CA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911F36E-EBCD-DF40-8D2F-DF1C2E8EE7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976757"/>
              </p:ext>
            </p:extLst>
          </p:nvPr>
        </p:nvGraphicFramePr>
        <p:xfrm>
          <a:off x="5410200" y="701675"/>
          <a:ext cx="6096000" cy="547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836799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306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Goudy Old Style</vt:lpstr>
      <vt:lpstr>ClassicFrameVTI</vt:lpstr>
      <vt:lpstr>CST8917 Expense Approval Workflow — Serverless Comparison Project</vt:lpstr>
      <vt:lpstr>Architecture/workflow</vt:lpstr>
      <vt:lpstr>Business rules</vt:lpstr>
      <vt:lpstr>Version a (Durable function architecture)</vt:lpstr>
      <vt:lpstr>Version A Demo</vt:lpstr>
      <vt:lpstr>Version B Architecture (Logic Apps)</vt:lpstr>
      <vt:lpstr>Version b demo</vt:lpstr>
      <vt:lpstr>Comparison Table</vt:lpstr>
      <vt:lpstr>Recommendation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Fayz Reshid</dc:creator>
  <cp:lastModifiedBy>Fayz Reshid</cp:lastModifiedBy>
  <cp:revision>1</cp:revision>
  <dcterms:created xsi:type="dcterms:W3CDTF">2026-04-22T01:55:30Z</dcterms:created>
  <dcterms:modified xsi:type="dcterms:W3CDTF">2026-04-22T02:39:52Z</dcterms:modified>
</cp:coreProperties>
</file>